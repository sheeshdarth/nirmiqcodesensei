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NirmiqLearn 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AI, but learn like a real engineer.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bootcamps and cohort programs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siddharthprashoo@gmail.com  ·  github.com/SheeshDarth/NirmiqLearnOS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students are building with AI. Do they actually understand what they ship?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2560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AI-assisted students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explain their 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a viva or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51760" cy="2560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5087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instructors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debugging students'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51760" cy="2560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508760"/>
            <a:ext cx="265176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263640" y="25603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tools exist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understanding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aren't going away. The question is: how do you ensure your graduates can actually own what they build?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NirmiqLearn OS connects to your students' AI coding tools and forces them to prove they understand what they ship.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97480" cy="3017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Explain-Back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5 progressive questions from every function the student writes. Beginner to advanced. They must answer before the code is 'done'.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97480" cy="3017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DSA Bridge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automatically linked to the underlying data structures and algorithms it uses — with a 30-min practice task to reinforce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97480" cy="3017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 Lab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is logged with root cause, fix, and a prevention rule. Students stop making the same mistake twice. Instructors see patterns.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Claude Code, Cursor, and Windsurf — no new tools to learn.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 for students. Zero new infrastructure for your bootcamp.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1920240"/>
            <a:ext cx="0" cy="3200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35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installs NirmiqLearn 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git clone + npm install. Runs locally on their machine. No cloud account, no login.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" y="2743200"/>
            <a:ext cx="0" cy="3200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58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Connects to their IDE via MCP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 of config in Claude Code, Cursor, or Windsurf. Takes 3 minutes.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" y="3566160"/>
            <a:ext cx="0" cy="3200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0815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 logs everything automatically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function, error, and daily session is captured — questions, concepts, debug logs.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13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9044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reviews the learning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exports their workspace as Markdown. Proof of understanding, not just proof of code.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Your Bootcamp Gets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5303520" cy="804672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06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Verified understanding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99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a Markdown learning trail with every project. You can see exactly what they understood — and what they didn't.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984248"/>
            <a:ext cx="5303520" cy="804672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39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Less instructor time on debugging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a structured debug log habit. They solve their own problems first, then escalate with full context.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5303520" cy="804672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Curriculum 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64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questions surface across the cohort. If 40% of students are weak on async/await, you know what to revisit.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849624"/>
            <a:ext cx="5303520" cy="804672"/>
          </a:xfrm>
          <a:prstGeom prst="rect">
            <a:avLst/>
          </a:prstGeom>
          <a:solidFill>
            <a:srgbClr val="1C2B4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Graduates who own their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970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hiring partners get engineers who can explain every design decision — not just show it runs.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743200" cy="3611880"/>
          </a:xfrm>
          <a:prstGeom prst="rect">
            <a:avLst/>
          </a:prstGeom>
          <a:solidFill>
            <a:srgbClr val="1C2B4A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3258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code runs. But can your graduate explain why they chose that approach in an interview?"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NirmiqLearn answers this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Pricing for Bootcamps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license per student. No hidden fees. No per-AI-call charges.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657600" cy="3383280"/>
          </a:xfrm>
          <a:prstGeom prst="rect">
            <a:avLst/>
          </a:prstGeom>
          <a:solidFill>
            <a:srgbClr val="1C2B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36576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20 students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NirmiqLearn OS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MCP tools (7 free + 3 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export per student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 + onboarding docs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cohort-based programs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657600" cy="3383280"/>
          </a:xfrm>
          <a:prstGeom prst="rect">
            <a:avLst/>
          </a:prstGeom>
          <a:solidFill>
            <a:srgbClr val="1C2B4A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36576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/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100 students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Cohort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license key provisioning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onboarding walkthrough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 (Q3 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SLA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ongoing programs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 14-day pilot period for your first cohort.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run a pilot.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pilot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next cohort. No commitment.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students keep their learning data. Your instructors get real signal.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943600" cy="1554480"/>
          </a:xfrm>
          <a:prstGeom prst="rect">
            <a:avLst/>
          </a:prstGeom>
          <a:solidFill>
            <a:srgbClr val="1C2B4A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siddharthprashoo@gmail.com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369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github.com/SheeshDarth/NirmiqLearnOS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393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Reply to this email to schedule a 20-min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MIT licence. Students own their data, always.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NirmiqLearn OS — Bootcamp Pitch</dc:title>
  <dc:subject>PptxGenJS Presentation</dc:subject>
  <dc:creator>Siddharth Prasad</dc:creator>
  <cp:lastModifiedBy>Siddharth Prasad</cp:lastModifiedBy>
  <cp:revision>1</cp:revision>
  <dcterms:created xsi:type="dcterms:W3CDTF">2026-06-07T04:36:32Z</dcterms:created>
  <dcterms:modified xsi:type="dcterms:W3CDTF">2026-06-07T04:36:32Z</dcterms:modified>
</cp:coreProperties>
</file>